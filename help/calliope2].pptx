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4" r:id="rId3"/>
    <p:sldId id="257" r:id="rId4"/>
    <p:sldId id="258" r:id="rId5"/>
    <p:sldId id="259" r:id="rId6"/>
    <p:sldId id="262" r:id="rId7"/>
    <p:sldId id="260" r:id="rId8"/>
    <p:sldId id="263" r:id="rId9"/>
    <p:sldId id="26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17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54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4268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7887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330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7851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085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9814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4492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460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7115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4D913-AABF-AA49-8083-621D718CF646}" type="datetimeFigureOut">
              <a:rPr lang="de-DE" smtClean="0"/>
              <a:t>23.01.26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3B25E-A4AB-6E48-A465-D0A583F326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79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ython.net-schulbuch.de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D6BCA4-4B38-EF69-2ACA-A1117CAA44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2"/>
            <a:ext cx="7772400" cy="1655761"/>
          </a:xfrm>
        </p:spPr>
        <p:txBody>
          <a:bodyPr/>
          <a:lstStyle/>
          <a:p>
            <a:r>
              <a:rPr lang="de-DE" dirty="0" err="1"/>
              <a:t>Calliope</a:t>
            </a:r>
            <a:r>
              <a:rPr lang="de-DE" dirty="0"/>
              <a:t> 2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BA6F7DF-5B49-7DB2-EC88-A391889358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1</a:t>
            </a:r>
            <a:r>
              <a:rPr lang="de-DE" dirty="0">
                <a:hlinkClick r:id="rId2"/>
              </a:rPr>
              <a:t>. </a:t>
            </a:r>
            <a:r>
              <a:rPr lang="de-DE" dirty="0" err="1">
                <a:hlinkClick r:id="rId2"/>
              </a:rPr>
              <a:t>python.net-schulbuch.de</a:t>
            </a:r>
            <a:r>
              <a:rPr lang="de-DE" dirty="0">
                <a:hlinkClick r:id="rId2"/>
              </a:rPr>
              <a:t> </a:t>
            </a:r>
            <a:r>
              <a:rPr lang="de-DE" dirty="0"/>
              <a:t>im Browser aufrufen</a:t>
            </a:r>
          </a:p>
          <a:p>
            <a:r>
              <a:rPr lang="de-DE" dirty="0"/>
              <a:t>Folgende Browser sind geeignet:</a:t>
            </a:r>
            <a:br>
              <a:rPr lang="de-DE" dirty="0"/>
            </a:b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141CC5F-7948-9E0C-594F-3D2035B39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840" y="4559300"/>
            <a:ext cx="2425700" cy="6985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5EF1F9D-F7D6-444F-7955-2698DE732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078" y="5257800"/>
            <a:ext cx="36703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377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F054AE-DA08-3D2E-C99B-84EE282A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147488" cy="1325563"/>
          </a:xfrm>
        </p:spPr>
        <p:txBody>
          <a:bodyPr>
            <a:normAutofit/>
          </a:bodyPr>
          <a:lstStyle/>
          <a:p>
            <a:r>
              <a:rPr lang="de-DE" sz="2400" dirty="0"/>
              <a:t>2. </a:t>
            </a:r>
            <a:r>
              <a:rPr lang="de-DE" sz="2400" dirty="0" err="1"/>
              <a:t>Calliope</a:t>
            </a:r>
            <a:r>
              <a:rPr lang="de-DE" sz="2400" dirty="0"/>
              <a:t> 2 mit der USB-Schnittstelle des Computers verbinden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8D82C97-842B-C713-8059-D729ADEAE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2299576"/>
            <a:ext cx="4305300" cy="38354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E223A26-CBCB-C1C3-A9D9-7D0892FDC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020" y="1304597"/>
            <a:ext cx="33528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7F2AAD3-5486-B4B5-1D0D-5D04CEE64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94" y="1486750"/>
            <a:ext cx="7772400" cy="4830431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E8CCE4CA-0524-6543-3F00-DDC6F745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147488" cy="1325563"/>
          </a:xfrm>
        </p:spPr>
        <p:txBody>
          <a:bodyPr>
            <a:normAutofit/>
          </a:bodyPr>
          <a:lstStyle/>
          <a:p>
            <a:r>
              <a:rPr lang="de-DE" sz="2400" dirty="0"/>
              <a:t>3. Hardware </a:t>
            </a:r>
            <a:r>
              <a:rPr lang="de-DE" sz="2400" dirty="0" err="1"/>
              <a:t>Calliope</a:t>
            </a:r>
            <a:r>
              <a:rPr lang="de-DE" sz="2400" dirty="0"/>
              <a:t> 1/2 im Hamburger-Menü auswählen</a:t>
            </a:r>
          </a:p>
        </p:txBody>
      </p:sp>
    </p:spTree>
    <p:extLst>
      <p:ext uri="{BB962C8B-B14F-4D97-AF65-F5344CB8AC3E}">
        <p14:creationId xmlns:p14="http://schemas.microsoft.com/office/powerpoint/2010/main" val="3118003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2EEEDD3-49AC-30ED-41D4-BE72F2751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13102"/>
            <a:ext cx="7772400" cy="4831795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4B2AFC74-3717-F028-F89D-F41C8CAEC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256" y="94593"/>
            <a:ext cx="8147488" cy="1083825"/>
          </a:xfrm>
        </p:spPr>
        <p:txBody>
          <a:bodyPr>
            <a:normAutofit/>
          </a:bodyPr>
          <a:lstStyle/>
          <a:p>
            <a:r>
              <a:rPr lang="de-DE" sz="2400" dirty="0"/>
              <a:t>4. Die Buttons </a:t>
            </a:r>
            <a:r>
              <a:rPr lang="de-DE" sz="2400" dirty="0">
                <a:solidFill>
                  <a:schemeClr val="bg2">
                    <a:lumMod val="75000"/>
                  </a:schemeClr>
                </a:solidFill>
              </a:rPr>
              <a:t>verbinden</a:t>
            </a:r>
            <a:r>
              <a:rPr lang="de-DE" sz="2400" dirty="0"/>
              <a:t> und </a:t>
            </a:r>
            <a:r>
              <a:rPr lang="de-DE" sz="2400" dirty="0" err="1">
                <a:solidFill>
                  <a:srgbClr val="FFC000"/>
                </a:solidFill>
              </a:rPr>
              <a:t>flash</a:t>
            </a:r>
            <a:r>
              <a:rPr lang="de-DE" sz="2400" dirty="0"/>
              <a:t> erscheinen im Programm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345711-F5BB-AB6E-7632-FACEEE48AA22}"/>
              </a:ext>
            </a:extLst>
          </p:cNvPr>
          <p:cNvSpPr/>
          <p:nvPr/>
        </p:nvSpPr>
        <p:spPr>
          <a:xfrm>
            <a:off x="2764221" y="899894"/>
            <a:ext cx="798786" cy="5570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7019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708513B3-8A59-5F8E-F76E-189B104A2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68" y="2689785"/>
            <a:ext cx="3701612" cy="256347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29C17F2-BB28-9B1D-223A-FF6272AF4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67" y="1270363"/>
            <a:ext cx="6886247" cy="89567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11B9B94-C2BA-E65A-6025-7997D256F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5741722"/>
            <a:ext cx="7772400" cy="1017392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3ECFB32E-EB63-5326-0401-40F596A19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147488" cy="1325563"/>
          </a:xfrm>
        </p:spPr>
        <p:txBody>
          <a:bodyPr>
            <a:normAutofit/>
          </a:bodyPr>
          <a:lstStyle/>
          <a:p>
            <a:r>
              <a:rPr lang="de-DE" sz="2400" dirty="0"/>
              <a:t>5. Verbinden klicken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A3B38867-FDC2-C1A3-94FF-B4B31D79487E}"/>
              </a:ext>
            </a:extLst>
          </p:cNvPr>
          <p:cNvSpPr txBox="1">
            <a:spLocks/>
          </p:cNvSpPr>
          <p:nvPr/>
        </p:nvSpPr>
        <p:spPr>
          <a:xfrm>
            <a:off x="612884" y="1718201"/>
            <a:ext cx="81474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6. Mit </a:t>
            </a:r>
            <a:r>
              <a:rPr lang="de-DE" sz="2400" dirty="0" err="1"/>
              <a:t>calliope</a:t>
            </a:r>
            <a:r>
              <a:rPr lang="de-DE" sz="2400" dirty="0"/>
              <a:t> 2 verbinden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5833A4DB-E72D-6E21-FE9F-85490D8F0E68}"/>
              </a:ext>
            </a:extLst>
          </p:cNvPr>
          <p:cNvSpPr txBox="1">
            <a:spLocks/>
          </p:cNvSpPr>
          <p:nvPr/>
        </p:nvSpPr>
        <p:spPr>
          <a:xfrm>
            <a:off x="628650" y="4924855"/>
            <a:ext cx="81474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7. Der Verbinden-Button wird schwarz</a:t>
            </a:r>
          </a:p>
        </p:txBody>
      </p:sp>
    </p:spTree>
    <p:extLst>
      <p:ext uri="{BB962C8B-B14F-4D97-AF65-F5344CB8AC3E}">
        <p14:creationId xmlns:p14="http://schemas.microsoft.com/office/powerpoint/2010/main" val="3093049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686B317-85BF-73E8-AA02-80EF9E16E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7008"/>
            <a:ext cx="7772400" cy="3203983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169D9AE6-1853-793A-BF71-CFCCAE37F87D}"/>
              </a:ext>
            </a:extLst>
          </p:cNvPr>
          <p:cNvSpPr txBox="1">
            <a:spLocks/>
          </p:cNvSpPr>
          <p:nvPr/>
        </p:nvSpPr>
        <p:spPr>
          <a:xfrm>
            <a:off x="685800" y="372876"/>
            <a:ext cx="81474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8. Programm in den Editor eingeben</a:t>
            </a:r>
          </a:p>
        </p:txBody>
      </p:sp>
    </p:spTree>
    <p:extLst>
      <p:ext uri="{BB962C8B-B14F-4D97-AF65-F5344CB8AC3E}">
        <p14:creationId xmlns:p14="http://schemas.microsoft.com/office/powerpoint/2010/main" val="1524406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B085A89F-BCF7-5777-C7D1-C9815073E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9142"/>
            <a:ext cx="7772400" cy="3199715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AFA40438-9EB9-94F9-5B3E-9FAD32B15A7F}"/>
              </a:ext>
            </a:extLst>
          </p:cNvPr>
          <p:cNvSpPr txBox="1">
            <a:spLocks/>
          </p:cNvSpPr>
          <p:nvPr/>
        </p:nvSpPr>
        <p:spPr>
          <a:xfrm>
            <a:off x="791560" y="656656"/>
            <a:ext cx="81474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9. Flash klicken um das Programm auf den </a:t>
            </a:r>
            <a:r>
              <a:rPr lang="de-DE" sz="2400" dirty="0" err="1"/>
              <a:t>Calliope</a:t>
            </a:r>
            <a:r>
              <a:rPr lang="de-DE" sz="2400" dirty="0"/>
              <a:t> zu übertragen</a:t>
            </a:r>
          </a:p>
        </p:txBody>
      </p:sp>
    </p:spTree>
    <p:extLst>
      <p:ext uri="{BB962C8B-B14F-4D97-AF65-F5344CB8AC3E}">
        <p14:creationId xmlns:p14="http://schemas.microsoft.com/office/powerpoint/2010/main" val="421275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64EEC67A-0825-7A3F-EC89-9042901BC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37146"/>
            <a:ext cx="7772400" cy="3783707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6D439E15-A65E-52EC-6D4D-B545EF3A6A3D}"/>
              </a:ext>
            </a:extLst>
          </p:cNvPr>
          <p:cNvSpPr txBox="1">
            <a:spLocks/>
          </p:cNvSpPr>
          <p:nvPr/>
        </p:nvSpPr>
        <p:spPr>
          <a:xfrm>
            <a:off x="685800" y="309814"/>
            <a:ext cx="81474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10. MINI auswählen und Sichern klicken</a:t>
            </a:r>
          </a:p>
        </p:txBody>
      </p:sp>
    </p:spTree>
    <p:extLst>
      <p:ext uri="{BB962C8B-B14F-4D97-AF65-F5344CB8AC3E}">
        <p14:creationId xmlns:p14="http://schemas.microsoft.com/office/powerpoint/2010/main" val="4203911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D4B102C-9F46-B8CF-584C-33566E085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33" y="2034626"/>
            <a:ext cx="4254500" cy="3860800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6D56D004-A680-E5D8-6C51-9B051D7DDC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/>
              <a:t>11. Das Programm wird übertragen und ausgeführt</a:t>
            </a:r>
          </a:p>
        </p:txBody>
      </p:sp>
    </p:spTree>
    <p:extLst>
      <p:ext uri="{BB962C8B-B14F-4D97-AF65-F5344CB8AC3E}">
        <p14:creationId xmlns:p14="http://schemas.microsoft.com/office/powerpoint/2010/main" val="649262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96</Words>
  <Application>Microsoft Macintosh PowerPoint</Application>
  <PresentationFormat>Bildschirmpräsentation (4:3)</PresentationFormat>
  <Paragraphs>13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2013 – 2022-Design</vt:lpstr>
      <vt:lpstr>Calliope 2</vt:lpstr>
      <vt:lpstr>2. Calliope 2 mit der USB-Schnittstelle des Computers verbinden</vt:lpstr>
      <vt:lpstr>3. Hardware Calliope 1/2 im Hamburger-Menü auswählen</vt:lpstr>
      <vt:lpstr>4. Die Buttons verbinden und flash erscheinen im Programm</vt:lpstr>
      <vt:lpstr>5. Verbinden klicken</vt:lpstr>
      <vt:lpstr>PowerPoint-Präsentation</vt:lpstr>
      <vt:lpstr>PowerPoint-Präsentation</vt:lpstr>
      <vt:lpstr>PowerPoint-Präsentation</vt:lpstr>
      <vt:lpstr>11. Das Programm wird übertragen und ausgeführt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Klaus Dingemann</dc:creator>
  <cp:lastModifiedBy>Klaus Dingemann</cp:lastModifiedBy>
  <cp:revision>1</cp:revision>
  <dcterms:created xsi:type="dcterms:W3CDTF">2026-01-23T13:10:03Z</dcterms:created>
  <dcterms:modified xsi:type="dcterms:W3CDTF">2026-01-27T08:36:22Z</dcterms:modified>
</cp:coreProperties>
</file>