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64" r:id="rId3"/>
    <p:sldId id="257" r:id="rId4"/>
    <p:sldId id="258" r:id="rId5"/>
    <p:sldId id="259" r:id="rId6"/>
    <p:sldId id="262" r:id="rId7"/>
    <p:sldId id="260" r:id="rId8"/>
    <p:sldId id="261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121" d="100"/>
          <a:sy n="121" d="100"/>
        </p:scale>
        <p:origin x="69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4D913-AABF-AA49-8083-621D718CF646}" type="datetimeFigureOut">
              <a:rPr lang="de-DE" smtClean="0"/>
              <a:t>23.01.26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3B25E-A4AB-6E48-A465-D0A583F3262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341710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4D913-AABF-AA49-8083-621D718CF646}" type="datetimeFigureOut">
              <a:rPr lang="de-DE" smtClean="0"/>
              <a:t>23.01.26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3B25E-A4AB-6E48-A465-D0A583F3262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395420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4D913-AABF-AA49-8083-621D718CF646}" type="datetimeFigureOut">
              <a:rPr lang="de-DE" smtClean="0"/>
              <a:t>23.01.26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3B25E-A4AB-6E48-A465-D0A583F3262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942684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4D913-AABF-AA49-8083-621D718CF646}" type="datetimeFigureOut">
              <a:rPr lang="de-DE" smtClean="0"/>
              <a:t>23.01.26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3B25E-A4AB-6E48-A465-D0A583F3262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37887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4D913-AABF-AA49-8083-621D718CF646}" type="datetimeFigureOut">
              <a:rPr lang="de-DE" smtClean="0"/>
              <a:t>23.01.26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3B25E-A4AB-6E48-A465-D0A583F3262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233084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4D913-AABF-AA49-8083-621D718CF646}" type="datetimeFigureOut">
              <a:rPr lang="de-DE" smtClean="0"/>
              <a:t>23.01.26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3B25E-A4AB-6E48-A465-D0A583F3262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78518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4D913-AABF-AA49-8083-621D718CF646}" type="datetimeFigureOut">
              <a:rPr lang="de-DE" smtClean="0"/>
              <a:t>23.01.26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3B25E-A4AB-6E48-A465-D0A583F3262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808552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4D913-AABF-AA49-8083-621D718CF646}" type="datetimeFigureOut">
              <a:rPr lang="de-DE" smtClean="0"/>
              <a:t>23.01.26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3B25E-A4AB-6E48-A465-D0A583F3262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098148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4D913-AABF-AA49-8083-621D718CF646}" type="datetimeFigureOut">
              <a:rPr lang="de-DE" smtClean="0"/>
              <a:t>23.01.26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3B25E-A4AB-6E48-A465-D0A583F3262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844928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4D913-AABF-AA49-8083-621D718CF646}" type="datetimeFigureOut">
              <a:rPr lang="de-DE" smtClean="0"/>
              <a:t>23.01.26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3B25E-A4AB-6E48-A465-D0A583F3262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346094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4D913-AABF-AA49-8083-621D718CF646}" type="datetimeFigureOut">
              <a:rPr lang="de-DE" smtClean="0"/>
              <a:t>23.01.26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3B25E-A4AB-6E48-A465-D0A583F3262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871158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84D913-AABF-AA49-8083-621D718CF646}" type="datetimeFigureOut">
              <a:rPr lang="de-DE" smtClean="0"/>
              <a:t>23.01.26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23B25E-A4AB-6E48-A465-D0A583F3262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0479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python.net-schulbuch.de/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DD6BCA4-4B38-EF69-2ACA-A1117CAA44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122362"/>
            <a:ext cx="7772400" cy="1655761"/>
          </a:xfrm>
        </p:spPr>
        <p:txBody>
          <a:bodyPr/>
          <a:lstStyle/>
          <a:p>
            <a:r>
              <a:rPr lang="de-DE" dirty="0" err="1"/>
              <a:t>Calliope</a:t>
            </a:r>
            <a:r>
              <a:rPr lang="de-DE" dirty="0"/>
              <a:t> 3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BA6F7DF-5B49-7DB2-EC88-A3918893583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1</a:t>
            </a:r>
            <a:r>
              <a:rPr lang="de-DE" dirty="0">
                <a:hlinkClick r:id="rId2"/>
              </a:rPr>
              <a:t>. </a:t>
            </a:r>
            <a:r>
              <a:rPr lang="de-DE" dirty="0" err="1">
                <a:hlinkClick r:id="rId2"/>
              </a:rPr>
              <a:t>python.net-schulbuch.de</a:t>
            </a:r>
            <a:r>
              <a:rPr lang="de-DE" dirty="0">
                <a:hlinkClick r:id="rId2"/>
              </a:rPr>
              <a:t> </a:t>
            </a:r>
            <a:r>
              <a:rPr lang="de-DE" dirty="0"/>
              <a:t>im Browser aufrufen</a:t>
            </a:r>
          </a:p>
          <a:p>
            <a:r>
              <a:rPr lang="de-DE" dirty="0"/>
              <a:t>Folgende Browser sind geeignet:</a:t>
            </a:r>
            <a:br>
              <a:rPr lang="de-DE" dirty="0"/>
            </a:br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B141CC5F-7948-9E0C-594F-3D2035B39C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3840" y="4559300"/>
            <a:ext cx="2425700" cy="69850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F5EF1F9D-F7D6-444F-7955-2698DE7323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8078" y="5257800"/>
            <a:ext cx="36703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93775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BF054AE-DA08-3D2E-C99B-84EE282A5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8147488" cy="1325563"/>
          </a:xfrm>
        </p:spPr>
        <p:txBody>
          <a:bodyPr>
            <a:normAutofit/>
          </a:bodyPr>
          <a:lstStyle/>
          <a:p>
            <a:r>
              <a:rPr lang="de-DE" sz="2400" dirty="0"/>
              <a:t>2. </a:t>
            </a:r>
            <a:r>
              <a:rPr lang="de-DE" sz="2400" dirty="0" err="1"/>
              <a:t>Calliope</a:t>
            </a:r>
            <a:r>
              <a:rPr lang="de-DE" sz="2400" dirty="0"/>
              <a:t> 3 mit der USB-Schnittstelle des Computers verbinden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4E223A26-CBCB-C1C3-A9D9-7D0892FDC4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1020" y="1304597"/>
            <a:ext cx="3352800" cy="1600200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ACD72EC8-497D-3A48-0DFE-1A105C16458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815"/>
          <a:stretch>
            <a:fillRect/>
          </a:stretch>
        </p:blipFill>
        <p:spPr>
          <a:xfrm>
            <a:off x="2504637" y="2630160"/>
            <a:ext cx="4134726" cy="377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708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F7F2AAD3-5486-B4B5-1D0D-5D04CEE646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194" y="1486750"/>
            <a:ext cx="7772400" cy="4830431"/>
          </a:xfrm>
          <a:prstGeom prst="rect">
            <a:avLst/>
          </a:prstGeom>
        </p:spPr>
      </p:pic>
      <p:sp>
        <p:nvSpPr>
          <p:cNvPr id="5" name="Titel 1">
            <a:extLst>
              <a:ext uri="{FF2B5EF4-FFF2-40B4-BE49-F238E27FC236}">
                <a16:creationId xmlns:a16="http://schemas.microsoft.com/office/drawing/2014/main" id="{E8CCE4CA-0524-6543-3F00-DDC6F74592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8147488" cy="1325563"/>
          </a:xfrm>
        </p:spPr>
        <p:txBody>
          <a:bodyPr>
            <a:normAutofit/>
          </a:bodyPr>
          <a:lstStyle/>
          <a:p>
            <a:r>
              <a:rPr lang="de-DE" sz="2400" dirty="0"/>
              <a:t>3. Hardware </a:t>
            </a:r>
            <a:r>
              <a:rPr lang="de-DE" sz="2400" dirty="0" err="1"/>
              <a:t>Calliope</a:t>
            </a:r>
            <a:r>
              <a:rPr lang="de-DE" sz="2400" dirty="0"/>
              <a:t> 3 im Hamburger-Menü auswählen</a:t>
            </a:r>
          </a:p>
        </p:txBody>
      </p:sp>
    </p:spTree>
    <p:extLst>
      <p:ext uri="{BB962C8B-B14F-4D97-AF65-F5344CB8AC3E}">
        <p14:creationId xmlns:p14="http://schemas.microsoft.com/office/powerpoint/2010/main" val="31180031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AD000498-906C-757C-4DCA-E2BA415330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066542"/>
            <a:ext cx="7772400" cy="1704108"/>
          </a:xfrm>
          <a:prstGeom prst="rect">
            <a:avLst/>
          </a:prstGeom>
        </p:spPr>
      </p:pic>
      <p:sp>
        <p:nvSpPr>
          <p:cNvPr id="5" name="Titel 1">
            <a:extLst>
              <a:ext uri="{FF2B5EF4-FFF2-40B4-BE49-F238E27FC236}">
                <a16:creationId xmlns:a16="http://schemas.microsoft.com/office/drawing/2014/main" id="{4B2AFC74-3717-F028-F89D-F41C8CAEC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318" y="504496"/>
            <a:ext cx="8147488" cy="1083825"/>
          </a:xfrm>
        </p:spPr>
        <p:txBody>
          <a:bodyPr>
            <a:normAutofit/>
          </a:bodyPr>
          <a:lstStyle/>
          <a:p>
            <a:r>
              <a:rPr lang="de-DE" sz="2400" dirty="0"/>
              <a:t>4. Die Buttons </a:t>
            </a:r>
            <a:r>
              <a:rPr lang="de-DE" sz="2400" dirty="0">
                <a:solidFill>
                  <a:schemeClr val="bg2">
                    <a:lumMod val="75000"/>
                  </a:schemeClr>
                </a:solidFill>
              </a:rPr>
              <a:t>verbinden</a:t>
            </a:r>
            <a:r>
              <a:rPr lang="de-DE" sz="2400" dirty="0"/>
              <a:t> und </a:t>
            </a:r>
            <a:r>
              <a:rPr lang="de-DE" sz="2400" dirty="0" err="1">
                <a:solidFill>
                  <a:srgbClr val="FFC000"/>
                </a:solidFill>
              </a:rPr>
              <a:t>flash</a:t>
            </a:r>
            <a:r>
              <a:rPr lang="de-DE" sz="2400" dirty="0"/>
              <a:t> erscheinen im Programm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D345711-F5BB-AB6E-7632-FACEEE48AA22}"/>
              </a:ext>
            </a:extLst>
          </p:cNvPr>
          <p:cNvSpPr/>
          <p:nvPr/>
        </p:nvSpPr>
        <p:spPr>
          <a:xfrm>
            <a:off x="4298731" y="2066542"/>
            <a:ext cx="798786" cy="55704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670193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B29C17F2-BB28-9B1D-223A-FF6272AF42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567" y="1270363"/>
            <a:ext cx="6886247" cy="895677"/>
          </a:xfrm>
          <a:prstGeom prst="rect">
            <a:avLst/>
          </a:prstGeom>
        </p:spPr>
      </p:pic>
      <p:sp>
        <p:nvSpPr>
          <p:cNvPr id="10" name="Titel 1">
            <a:extLst>
              <a:ext uri="{FF2B5EF4-FFF2-40B4-BE49-F238E27FC236}">
                <a16:creationId xmlns:a16="http://schemas.microsoft.com/office/drawing/2014/main" id="{3ECFB32E-EB63-5326-0401-40F596A19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8147488" cy="1325563"/>
          </a:xfrm>
        </p:spPr>
        <p:txBody>
          <a:bodyPr>
            <a:normAutofit/>
          </a:bodyPr>
          <a:lstStyle/>
          <a:p>
            <a:r>
              <a:rPr lang="de-DE" sz="2400" dirty="0"/>
              <a:t>5. Verbinden klicken</a:t>
            </a:r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A3B38867-FDC2-C1A3-94FF-B4B31D79487E}"/>
              </a:ext>
            </a:extLst>
          </p:cNvPr>
          <p:cNvSpPr txBox="1">
            <a:spLocks/>
          </p:cNvSpPr>
          <p:nvPr/>
        </p:nvSpPr>
        <p:spPr>
          <a:xfrm>
            <a:off x="612884" y="1718201"/>
            <a:ext cx="814748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dirty="0"/>
              <a:t>6. Mit </a:t>
            </a:r>
            <a:r>
              <a:rPr lang="de-DE" sz="2400" dirty="0" err="1"/>
              <a:t>calliope</a:t>
            </a:r>
            <a:r>
              <a:rPr lang="de-DE" sz="2400" dirty="0"/>
              <a:t> mini 3 verbinden</a:t>
            </a:r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5833A4DB-E72D-6E21-FE9F-85490D8F0E68}"/>
              </a:ext>
            </a:extLst>
          </p:cNvPr>
          <p:cNvSpPr txBox="1">
            <a:spLocks/>
          </p:cNvSpPr>
          <p:nvPr/>
        </p:nvSpPr>
        <p:spPr>
          <a:xfrm>
            <a:off x="628650" y="4924855"/>
            <a:ext cx="814748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dirty="0"/>
              <a:t>7. Der Verbinden-Button wird schwarz</a:t>
            </a:r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36CD4231-998B-A2F3-5BC9-42AB486FBF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2586887"/>
            <a:ext cx="3058510" cy="2794846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02A02F62-B2AF-E7CD-4CD5-841CD54A0C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1" y="5757301"/>
            <a:ext cx="5152040" cy="1012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30496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1">
            <a:extLst>
              <a:ext uri="{FF2B5EF4-FFF2-40B4-BE49-F238E27FC236}">
                <a16:creationId xmlns:a16="http://schemas.microsoft.com/office/drawing/2014/main" id="{169D9AE6-1853-793A-BF71-CFCCAE37F87D}"/>
              </a:ext>
            </a:extLst>
          </p:cNvPr>
          <p:cNvSpPr txBox="1">
            <a:spLocks/>
          </p:cNvSpPr>
          <p:nvPr/>
        </p:nvSpPr>
        <p:spPr>
          <a:xfrm>
            <a:off x="685800" y="372876"/>
            <a:ext cx="814748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dirty="0"/>
              <a:t>8. Programm in den Editor eingeben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C10D000C-AC24-C4CF-0004-EBC972481A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912286"/>
            <a:ext cx="7772400" cy="3033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4063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1">
            <a:extLst>
              <a:ext uri="{FF2B5EF4-FFF2-40B4-BE49-F238E27FC236}">
                <a16:creationId xmlns:a16="http://schemas.microsoft.com/office/drawing/2014/main" id="{AFA40438-9EB9-94F9-5B3E-9FAD32B15A7F}"/>
              </a:ext>
            </a:extLst>
          </p:cNvPr>
          <p:cNvSpPr txBox="1">
            <a:spLocks/>
          </p:cNvSpPr>
          <p:nvPr/>
        </p:nvSpPr>
        <p:spPr>
          <a:xfrm>
            <a:off x="791560" y="656656"/>
            <a:ext cx="835244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dirty="0"/>
              <a:t>9. Flash klicken, um das Programm auf den </a:t>
            </a:r>
            <a:r>
              <a:rPr lang="de-DE" sz="2400" dirty="0" err="1"/>
              <a:t>Calliope</a:t>
            </a:r>
            <a:r>
              <a:rPr lang="de-DE" sz="2400" dirty="0"/>
              <a:t> zu übertragen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711CB6AE-8256-B8EB-B9B1-6407492970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61975"/>
            <a:ext cx="7772400" cy="1767025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798F6AE4-2FF2-E23C-7633-9204151F2FAA}"/>
              </a:ext>
            </a:extLst>
          </p:cNvPr>
          <p:cNvSpPr/>
          <p:nvPr/>
        </p:nvSpPr>
        <p:spPr>
          <a:xfrm>
            <a:off x="3636579" y="1661975"/>
            <a:ext cx="525518" cy="55704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945F03DF-B3F3-CD8E-4D9B-93074D52EE0C}"/>
              </a:ext>
            </a:extLst>
          </p:cNvPr>
          <p:cNvSpPr txBox="1"/>
          <p:nvPr/>
        </p:nvSpPr>
        <p:spPr>
          <a:xfrm>
            <a:off x="791560" y="3878317"/>
            <a:ext cx="787947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Das Programm wird direkt auf den </a:t>
            </a:r>
            <a:r>
              <a:rPr lang="de-DE" dirty="0" err="1"/>
              <a:t>Calliope</a:t>
            </a:r>
            <a:r>
              <a:rPr lang="de-DE" dirty="0"/>
              <a:t> mini 3 übertragen. Der Übertragungsfortschritt wird im Ausgabefenster angezeigt. Bei der ersten Übertragung muss die komplette Firmware auf den </a:t>
            </a:r>
            <a:r>
              <a:rPr lang="de-DE" dirty="0" err="1"/>
              <a:t>Calliope</a:t>
            </a:r>
            <a:r>
              <a:rPr lang="de-DE" dirty="0"/>
              <a:t> übertragen werden, sodass der Vorgang ca. 30 Sekunden dauert. Bei der Übertragung weiterer Programme wird nur noch der Code übertragen, und bereits nach wenigen Sekunden wird das Programm auf dem </a:t>
            </a:r>
            <a:r>
              <a:rPr lang="de-DE" dirty="0" err="1"/>
              <a:t>Calliope</a:t>
            </a:r>
            <a:r>
              <a:rPr lang="de-DE" dirty="0"/>
              <a:t> mini 3 ausgeführt.</a:t>
            </a:r>
          </a:p>
        </p:txBody>
      </p:sp>
    </p:spTree>
    <p:extLst>
      <p:ext uri="{BB962C8B-B14F-4D97-AF65-F5344CB8AC3E}">
        <p14:creationId xmlns:p14="http://schemas.microsoft.com/office/powerpoint/2010/main" val="42127506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1">
            <a:extLst>
              <a:ext uri="{FF2B5EF4-FFF2-40B4-BE49-F238E27FC236}">
                <a16:creationId xmlns:a16="http://schemas.microsoft.com/office/drawing/2014/main" id="{6D56D004-A680-E5D8-6C51-9B051D7DDC9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649" y="365126"/>
            <a:ext cx="812646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dirty="0"/>
              <a:t>10. Das Programm wird nach der Übertragung direkt ausgeführt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387CE317-0CF6-A5FB-2B8C-8E2E7707E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7450" y="1492250"/>
            <a:ext cx="4229100" cy="387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92620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– 2022-Design">
  <a:themeElements>
    <a:clrScheme name="Office 2013 – 2022-Design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– 2022-Design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– 2022-Design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161</Words>
  <Application>Microsoft Macintosh PowerPoint</Application>
  <PresentationFormat>Bildschirmpräsentation (4:3)</PresentationFormat>
  <Paragraphs>13</Paragraphs>
  <Slides>8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2013 – 2022-Design</vt:lpstr>
      <vt:lpstr>Calliope 3</vt:lpstr>
      <vt:lpstr>2. Calliope 3 mit der USB-Schnittstelle des Computers verbinden</vt:lpstr>
      <vt:lpstr>3. Hardware Calliope 3 im Hamburger-Menü auswählen</vt:lpstr>
      <vt:lpstr>4. Die Buttons verbinden und flash erscheinen im Programm</vt:lpstr>
      <vt:lpstr>5. Verbinden klicken</vt:lpstr>
      <vt:lpstr>PowerPoint-Präsentation</vt:lpstr>
      <vt:lpstr>PowerPoint-Präsentation</vt:lpstr>
      <vt:lpstr>10. Das Programm wird nach der Übertragung direkt ausgeführt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Klaus Dingemann</dc:creator>
  <cp:lastModifiedBy>Klaus Dingemann</cp:lastModifiedBy>
  <cp:revision>2</cp:revision>
  <dcterms:created xsi:type="dcterms:W3CDTF">2026-01-23T13:10:03Z</dcterms:created>
  <dcterms:modified xsi:type="dcterms:W3CDTF">2026-01-27T09:23:32Z</dcterms:modified>
</cp:coreProperties>
</file>